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DEVELOPMENT (FSD) LAB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NEARSTAY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App. Every Room Nearby.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real-time full stack web platform connecting students with verified hostels &amp; PGs with live room availability, transparent pricing &amp; zero brokerage.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51D2E"/>
          </a:solidFill>
          <a:ln w="12700">
            <a:solidFill>
              <a:srgbClr val="2430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023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CONTRIBUTORS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4343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Neelam Jashwanth  (Roll No: 24CSB0A49)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Venu Gopala Dasari (Roll No: 24CSB0A84)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(CSE)</a:t>
            </a:r>
            <a:endParaRPr lang="en-US" sz="1100" dirty="0"/>
          </a:p>
        </p:txBody>
      </p:sp>
      <p:pic>
        <p:nvPicPr>
          <p:cNvPr id="10" name="Image 0" descr="C:\Users\NEELAM JASHWANTH\OneDrive\Documents\Jashu Files\Near Stay\images\hostel_exterior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731520"/>
            <a:ext cx="5120640" cy="512064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Why Student Accommodation Hunting is Broken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Blind &amp; Exhausting Offline 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202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college students walk 10-15 km in hot sun checking hostels one-by-one with zero real-time visibility into whether rooms are actually vacant.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08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Exploitation by Unregistered Brokers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4290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offline agents charge 50% to 100% of the first month’s rent as heavy brokerage commission without offering any legal safety guarantee.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48056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617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Outdated Classifieds &amp; Fake Photos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9377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classifieds (OLX, Facebook groups) feature dead phone numbers, misleading old pictures, and uninspected food mess claims.</a:t>
            </a:r>
            <a:endParaRPr lang="en-US" sz="1200" dirty="0"/>
          </a:p>
        </p:txBody>
      </p:sp>
      <p:pic>
        <p:nvPicPr>
          <p:cNvPr id="14" name="Image 0" descr="C:\Users\NEELAM JASHWANTH\OneDrive\Documents\Jashu Files\Near Stay\images\hostel_exterior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63040"/>
            <a:ext cx="4754880" cy="4343400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How NearStay Solves This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Live Room-Level Availability Matrix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202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 view floor-wise vacant rooms in real-time (Green = Available, Dark = Occupied) and pick their exact room before visiting.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08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100% Zero-Brokerage Direct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4290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connection between students and verified property wardens with ₹0 platform commission or hidden middleman charges.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48056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617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🍛 Inspected Weekly Food Mess Schedules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9377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7-day breakfast, lunch, and dinner menus verified on-ground to eliminate food disputes and ensure hygiene.</a:t>
            </a:r>
            <a:endParaRPr lang="en-US" sz="1200" dirty="0"/>
          </a:p>
        </p:txBody>
      </p:sp>
      <p:pic>
        <p:nvPicPr>
          <p:cNvPr id="14" name="Image 0" descr="C:\Users\NEELAM JASHWANTH\OneDrive\Documents\Jashu Files\Near Stay\images\hostel_room_delux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63040"/>
            <a:ext cx="4754880" cy="434340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002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64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FRONTEND UI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· CSS3 · ES6+ JS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Semantic Layout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CSS Design System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Dark / Light Theme Engine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Photo Carousels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Client-side State Cache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6002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664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BACKEND &amp; LOGIC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Firebase Compat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265176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&amp; Warden Auth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Pricing Engine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Coupon Validation Logic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Event Sync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Responsive Webhooks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6002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64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DATABASE LAYER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Firestore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65176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NoSQL Document Store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`onSnapshot` Live Listeners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Atomic Room State Locks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Sub-second Latency Sync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Cache Fallback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23960" y="146304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16002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1664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HOSTING &amp; CLOUD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Edge CDN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06840" y="265176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Edge Delivery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256-bit SSL Security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99.9% Uptime Guarantee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CI/CD Deploy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Server Maintenance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FUNCTIONALITIES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 Modules &amp; Key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HIGHLIGHTS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Search &amp; Campus Filtering (NIT Warangal, Kazipet, Subedari, Sharing type, Budget).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Live Room Matrix (Floor-wise room selector with real-time occupancy updates).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Weekly Food Mess Schedule (7-day breakfast, lunch, dinner &amp; special meals).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Booking Confirmation Pass (Unique Ref ID, Reception QR verification, Warden Call).</a:t>
            </a:r>
            <a:endParaRPr lang="en-US" sz="1300" dirty="0"/>
          </a:p>
        </p:txBody>
      </p:sp>
      <p:pic>
        <p:nvPicPr>
          <p:cNvPr id="8" name="Image 0" descr="C:\Users\NEELAM JASHWANTH\OneDrive\Documents\Jashu Files\Near Stay\images\hostel_mess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463040"/>
            <a:ext cx="5212080" cy="2103120"/>
          </a:xfrm>
          <a:prstGeom prst="ellipse">
            <a:avLst/>
          </a:prstGeom>
        </p:spPr>
      </p:pic>
      <p:pic>
        <p:nvPicPr>
          <p:cNvPr id="9" name="Image 1" descr="C:\Users\NEELAM JASHWANTH\OneDrive\Documents\Jashu Files\Near Stay\images\hostel_lounge_stud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749040"/>
            <a:ext cx="5212080" cy="210312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MILESTONES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&amp; Current Progress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91640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556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: COMPLETED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UI Experience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Modern responsive interface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Multi-photo card carousel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 lightbox modal &amp; tabs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Dark/Light theme toggle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Wishlist local storage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691640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7556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: IN PROGRESS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Database &amp; Logic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74320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Firestore collections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`onSnapshot` sync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pricing &amp; coupon logic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booking pass with QR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Role-based authentication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46304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691640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E0E7FF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7556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: PLANNED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Mobile App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83880" y="2743200"/>
            <a:ext cx="3017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SMS/WhatsApp Warden Alerts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Integrated UPI Token Gateway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Native mobile app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AI-based roommate matching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Cloud Edge Deploy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ROAD AHEAD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Impact &amp; Future Vision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VALUE IMPACT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Drastically reduces accommodation hunting time from 3-4 days to under 5 minutes.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Zero-Brokerage model eliminates high commissions for students &amp; parents.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room matrix prevents traveling to hostels that are already full.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On-ground verified meal menus &amp; safety badges provide peace of mind.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EXPANSION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Android &amp; iOS Mobile Apps using React Native / Flutter.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AI-Powered Roommate Compatibility matching based on course &amp; habits.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Online Token Payments via UPI &amp; Razorpay gateway integration.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Expansion from Warangal to major educational hubs like Hyderabad &amp; Kota.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2026-09-24T17:37:18Z</dcterms:created>
  <dcterms:modified xsi:type="dcterms:W3CDTF">2026-09-24T17:37:18Z</dcterms:modified>
</cp:coreProperties>
</file>